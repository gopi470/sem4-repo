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56DCC-2C54-4E3D-9200-5F2C11853B47}" type="datetimeFigureOut">
              <a:rPr lang="en-US" smtClean="0"/>
              <a:pPr/>
              <a:t>1/8/2020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BAE66-920A-4449-A1B3-07A6A9F159D8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CSS – Background Images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7514"/>
            <a:ext cx="8229600" cy="796908"/>
          </a:xfrm>
        </p:spPr>
        <p:txBody>
          <a:bodyPr/>
          <a:lstStyle/>
          <a:p>
            <a:r>
              <a:rPr lang="en-IN" dirty="0" smtClean="0"/>
              <a:t>Border-image property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257560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 </a:t>
            </a:r>
            <a:r>
              <a:rPr lang="en-IN" b="1" dirty="0"/>
              <a:t>border-image</a:t>
            </a:r>
            <a:r>
              <a:rPr lang="en-IN" dirty="0"/>
              <a:t> CSS property allows drawing an image on the borders of elements. 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property has three parts:</a:t>
            </a:r>
          </a:p>
          <a:p>
            <a:pPr lvl="1"/>
            <a:r>
              <a:rPr lang="en-IN" dirty="0" smtClean="0"/>
              <a:t>The image to use as the border</a:t>
            </a:r>
          </a:p>
          <a:p>
            <a:pPr lvl="1"/>
            <a:r>
              <a:rPr lang="en-IN" dirty="0" smtClean="0"/>
              <a:t>Where </a:t>
            </a:r>
            <a:r>
              <a:rPr lang="en-IN" dirty="0"/>
              <a:t>to slice the image</a:t>
            </a:r>
          </a:p>
          <a:p>
            <a:pPr lvl="1"/>
            <a:r>
              <a:rPr lang="en-IN" dirty="0"/>
              <a:t>Define whether the middle sections should be repeated or stretched</a:t>
            </a:r>
          </a:p>
          <a:p>
            <a:r>
              <a:rPr lang="en-IN" dirty="0"/>
              <a:t>We will use the following image (called "border.png"):</a:t>
            </a:r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430" y="4786322"/>
            <a:ext cx="164307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32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Repeat property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14340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/>
              <a:t>The image is sliced and simply tiled to fill the border area</a:t>
            </a:r>
            <a:r>
              <a:rPr lang="en-IN" dirty="0" smtClean="0"/>
              <a:t>.</a:t>
            </a:r>
          </a:p>
          <a:p>
            <a:pPr>
              <a:buNone/>
            </a:pPr>
            <a:r>
              <a:rPr lang="en-IN" dirty="0"/>
              <a:t>&lt;div id="round"&gt;</a:t>
            </a:r>
            <a:r>
              <a:rPr lang="en-IN" dirty="0" smtClean="0"/>
              <a:t>The image is tiled (repeated) to fill the area.</a:t>
            </a:r>
          </a:p>
          <a:p>
            <a:pPr>
              <a:buNone/>
            </a:pPr>
            <a:r>
              <a:rPr lang="en-IN" dirty="0" smtClean="0"/>
              <a:t>&lt;/</a:t>
            </a:r>
            <a:r>
              <a:rPr lang="en-IN" dirty="0"/>
              <a:t>div&gt;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#</a:t>
            </a:r>
            <a:r>
              <a:rPr lang="en-IN" dirty="0"/>
              <a:t>repeat 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{ 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border</a:t>
            </a:r>
            <a:r>
              <a:rPr lang="en-IN" dirty="0"/>
              <a:t>:</a:t>
            </a:r>
            <a:r>
              <a:rPr lang="en-IN" dirty="0" smtClean="0"/>
              <a:t> </a:t>
            </a:r>
            <a:r>
              <a:rPr lang="en-IN" dirty="0"/>
              <a:t>15</a:t>
            </a:r>
            <a:r>
              <a:rPr lang="en-IN" dirty="0" smtClean="0"/>
              <a:t>px solid;</a:t>
            </a:r>
          </a:p>
          <a:p>
            <a:pPr>
              <a:buNone/>
            </a:pPr>
            <a:r>
              <a:rPr lang="en-IN" dirty="0" smtClean="0"/>
              <a:t>  border-image: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dirty="0" err="1" smtClean="0"/>
              <a:t>url</a:t>
            </a:r>
            <a:r>
              <a:rPr lang="en-IN" dirty="0"/>
              <a:t>("/files/4127/border.png")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repeat</a:t>
            </a:r>
            <a:r>
              <a:rPr lang="en-IN" dirty="0"/>
              <a:t>;</a:t>
            </a:r>
            <a:r>
              <a:rPr lang="en-IN" dirty="0" smtClean="0"/>
              <a:t>  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}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5286388"/>
            <a:ext cx="4214842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Round property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347187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IN" dirty="0"/>
              <a:t>The round option is a variation on the repeat option that distributes the tiles in such a way that the ends nicely connect</a:t>
            </a:r>
            <a:r>
              <a:rPr lang="en-IN" dirty="0" smtClean="0"/>
              <a:t>.</a:t>
            </a:r>
          </a:p>
          <a:p>
            <a:pPr>
              <a:buNone/>
            </a:pPr>
            <a:r>
              <a:rPr lang="en-IN" dirty="0"/>
              <a:t>#round 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{ </a:t>
            </a:r>
          </a:p>
          <a:p>
            <a:pPr>
              <a:buNone/>
            </a:pPr>
            <a:r>
              <a:rPr lang="en-IN" dirty="0" smtClean="0"/>
              <a:t>border</a:t>
            </a:r>
            <a:r>
              <a:rPr lang="en-IN" dirty="0"/>
              <a:t>:</a:t>
            </a:r>
            <a:r>
              <a:rPr lang="en-IN" dirty="0" smtClean="0"/>
              <a:t> </a:t>
            </a:r>
            <a:r>
              <a:rPr lang="en-IN" dirty="0"/>
              <a:t>15</a:t>
            </a:r>
            <a:r>
              <a:rPr lang="en-IN" dirty="0" smtClean="0"/>
              <a:t>px solid; </a:t>
            </a:r>
          </a:p>
          <a:p>
            <a:pPr>
              <a:buNone/>
            </a:pPr>
            <a:r>
              <a:rPr lang="en-IN" dirty="0" smtClean="0"/>
              <a:t>border-</a:t>
            </a:r>
            <a:r>
              <a:rPr lang="en-IN" dirty="0" err="1" smtClean="0"/>
              <a:t>image:url</a:t>
            </a:r>
            <a:r>
              <a:rPr lang="en-IN" dirty="0"/>
              <a:t>("/files/4127/border.png")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round</a:t>
            </a:r>
            <a:r>
              <a:rPr lang="en-IN" dirty="0"/>
              <a:t>;</a:t>
            </a:r>
            <a:r>
              <a:rPr lang="en-IN" dirty="0" smtClean="0"/>
              <a:t> </a:t>
            </a:r>
          </a:p>
          <a:p>
            <a:pPr>
              <a:buNone/>
            </a:pPr>
            <a:r>
              <a:rPr lang="en-IN" dirty="0" smtClean="0"/>
              <a:t>}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714884"/>
            <a:ext cx="4000528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1115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Stretch property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314327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dirty="0"/>
              <a:t>The 'stretch' option stretches the images to fill the border area</a:t>
            </a:r>
            <a:r>
              <a:rPr lang="en-IN" dirty="0" smtClean="0"/>
              <a:t>.</a:t>
            </a:r>
          </a:p>
          <a:p>
            <a:pPr>
              <a:buNone/>
            </a:pPr>
            <a:r>
              <a:rPr lang="en-IN" dirty="0"/>
              <a:t>#</a:t>
            </a:r>
            <a:r>
              <a:rPr lang="en-IN" dirty="0" smtClean="0"/>
              <a:t>stretch</a:t>
            </a:r>
          </a:p>
          <a:p>
            <a:pPr>
              <a:buNone/>
            </a:pPr>
            <a:r>
              <a:rPr lang="en-IN" dirty="0" smtClean="0"/>
              <a:t>{</a:t>
            </a:r>
          </a:p>
          <a:p>
            <a:pPr>
              <a:buNone/>
            </a:pPr>
            <a:r>
              <a:rPr lang="en-IN" dirty="0" smtClean="0"/>
              <a:t>   </a:t>
            </a:r>
            <a:r>
              <a:rPr lang="en-IN" dirty="0"/>
              <a:t>border:</a:t>
            </a:r>
            <a:r>
              <a:rPr lang="en-IN" dirty="0" smtClean="0"/>
              <a:t> </a:t>
            </a:r>
            <a:r>
              <a:rPr lang="en-IN" dirty="0"/>
              <a:t>15</a:t>
            </a:r>
            <a:r>
              <a:rPr lang="en-IN" dirty="0" smtClean="0"/>
              <a:t>px solid; </a:t>
            </a:r>
          </a:p>
          <a:p>
            <a:pPr>
              <a:buNone/>
            </a:pPr>
            <a:r>
              <a:rPr lang="en-IN" dirty="0" smtClean="0"/>
              <a:t>   border-image: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dirty="0" err="1" smtClean="0"/>
              <a:t>url</a:t>
            </a:r>
            <a:r>
              <a:rPr lang="en-IN" dirty="0"/>
              <a:t>("/files/4127/border.png")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</a:t>
            </a:r>
            <a:r>
              <a:rPr lang="en-IN" dirty="0"/>
              <a:t>30</a:t>
            </a:r>
            <a:r>
              <a:rPr lang="en-IN" dirty="0" smtClean="0"/>
              <a:t> stretch</a:t>
            </a:r>
            <a:r>
              <a:rPr lang="en-IN" dirty="0"/>
              <a:t>;</a:t>
            </a:r>
            <a:r>
              <a:rPr lang="en-IN" dirty="0" smtClean="0"/>
              <a:t> </a:t>
            </a:r>
          </a:p>
          <a:p>
            <a:pPr>
              <a:buNone/>
            </a:pPr>
            <a:r>
              <a:rPr lang="en-IN" dirty="0" smtClean="0"/>
              <a:t>}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4429132"/>
            <a:ext cx="3429024" cy="1390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146</Words>
  <Application>Microsoft Office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CSS – Background Images</vt:lpstr>
      <vt:lpstr>Border-image property</vt:lpstr>
      <vt:lpstr>Repeat property</vt:lpstr>
      <vt:lpstr>Round property</vt:lpstr>
      <vt:lpstr>Stretch property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– Background Images</dc:title>
  <dc:creator>staff</dc:creator>
  <cp:lastModifiedBy>staff</cp:lastModifiedBy>
  <cp:revision>9</cp:revision>
  <dcterms:created xsi:type="dcterms:W3CDTF">2016-07-22T04:22:59Z</dcterms:created>
  <dcterms:modified xsi:type="dcterms:W3CDTF">2020-01-08T05:05:42Z</dcterms:modified>
</cp:coreProperties>
</file>