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D406D-DBA9-4F17-9828-5FCE078E293B}" type="datetimeFigureOut">
              <a:rPr lang="en-US" smtClean="0"/>
              <a:pPr/>
              <a:t>1/21/2025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3807C-3FD0-4A88-A928-B91A603C2C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CSS -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Rounded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71924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err="1"/>
              <a:t>img</a:t>
            </a:r>
            <a:r>
              <a:rPr lang="en-IN" dirty="0"/>
              <a:t> </a:t>
            </a:r>
          </a:p>
          <a:p>
            <a:pPr>
              <a:buNone/>
            </a:pP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border-radius: 8px;</a:t>
            </a:r>
          </a:p>
          <a:p>
            <a:pPr>
              <a:buNone/>
            </a:pPr>
            <a:r>
              <a:rPr lang="en-IN" dirty="0"/>
              <a:t>}</a:t>
            </a:r>
          </a:p>
          <a:p>
            <a:pPr>
              <a:buNone/>
            </a:pPr>
            <a:r>
              <a:rPr lang="en-IN" dirty="0" err="1"/>
              <a:t>img</a:t>
            </a:r>
            <a:r>
              <a:rPr lang="en-IN" dirty="0"/>
              <a:t> </a:t>
            </a:r>
          </a:p>
          <a:p>
            <a:pPr>
              <a:buNone/>
            </a:pP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border-radius: 50%;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9256" y="1357298"/>
            <a:ext cx="2809867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3056" y="3786190"/>
            <a:ext cx="3105158" cy="2209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Responsive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Responsive images will automatically adjust to fit the size of the screen.</a:t>
            </a:r>
          </a:p>
          <a:p>
            <a:r>
              <a:rPr lang="en-IN" dirty="0"/>
              <a:t>Resize the browser window to see the effect:</a:t>
            </a:r>
          </a:p>
          <a:p>
            <a:pPr>
              <a:buNone/>
            </a:pPr>
            <a:r>
              <a:rPr lang="en-IN" dirty="0" err="1"/>
              <a:t>img</a:t>
            </a:r>
            <a:r>
              <a:rPr lang="en-IN" dirty="0"/>
              <a:t> </a:t>
            </a:r>
          </a:p>
          <a:p>
            <a:pPr>
              <a:buNone/>
            </a:pP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    width: 100%;</a:t>
            </a:r>
            <a:br>
              <a:rPr lang="en-IN" dirty="0"/>
            </a:br>
            <a:r>
              <a:rPr lang="en-IN" dirty="0"/>
              <a:t>    height: 100%;</a:t>
            </a:r>
          </a:p>
          <a:p>
            <a:pPr>
              <a:buNone/>
            </a:pPr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Centering</a:t>
            </a:r>
            <a:r>
              <a:rPr lang="en-IN" dirty="0"/>
              <a:t> the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To </a:t>
            </a:r>
            <a:r>
              <a:rPr lang="en-IN" dirty="0" err="1"/>
              <a:t>center</a:t>
            </a:r>
            <a:r>
              <a:rPr lang="en-IN" dirty="0"/>
              <a:t> an image within the page, use margin: auto; and make it into a </a:t>
            </a:r>
            <a:r>
              <a:rPr lang="en-IN" b="1" dirty="0"/>
              <a:t>block</a:t>
            </a:r>
            <a:r>
              <a:rPr lang="en-IN" dirty="0"/>
              <a:t> element:</a:t>
            </a:r>
          </a:p>
          <a:p>
            <a:pPr>
              <a:buNone/>
            </a:pPr>
            <a:r>
              <a:rPr lang="en-IN" dirty="0"/>
              <a:t>image </a:t>
            </a:r>
          </a:p>
          <a:p>
            <a:pPr>
              <a:buNone/>
            </a:pP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    display: block;</a:t>
            </a:r>
            <a:br>
              <a:rPr lang="en-IN" dirty="0"/>
            </a:br>
            <a:r>
              <a:rPr lang="en-IN" dirty="0"/>
              <a:t>    margin: auto;</a:t>
            </a:r>
            <a:br>
              <a:rPr lang="en-IN" dirty="0"/>
            </a:br>
            <a:r>
              <a:rPr lang="en-IN" dirty="0"/>
              <a:t>    width: 50%;</a:t>
            </a:r>
          </a:p>
          <a:p>
            <a:pPr>
              <a:buNone/>
            </a:pPr>
            <a:r>
              <a:rPr lang="en-IN" dirty="0"/>
              <a:t>}</a:t>
            </a:r>
          </a:p>
          <a:p>
            <a:pPr>
              <a:buNone/>
            </a:pPr>
            <a:r>
              <a:rPr lang="en-IN" dirty="0"/>
              <a:t>Display image as a block element utilizing the 50% width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IN" sz="3600" dirty="0"/>
              <a:t>How do we fit image in div element?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35785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/>
              <a:t>&lt;html&gt;</a:t>
            </a:r>
          </a:p>
          <a:p>
            <a:pPr>
              <a:buNone/>
            </a:pPr>
            <a:r>
              <a:rPr lang="en-IN" dirty="0"/>
              <a:t>&lt;head&gt;</a:t>
            </a:r>
          </a:p>
          <a:p>
            <a:pPr>
              <a:buNone/>
            </a:pPr>
            <a:r>
              <a:rPr lang="en-IN" dirty="0"/>
              <a:t>&lt;style type="text/</a:t>
            </a:r>
            <a:r>
              <a:rPr lang="en-IN" dirty="0" err="1"/>
              <a:t>css</a:t>
            </a:r>
            <a:r>
              <a:rPr lang="en-IN" dirty="0"/>
              <a:t>"&gt;</a:t>
            </a:r>
          </a:p>
          <a:p>
            <a:pPr>
              <a:buNone/>
            </a:pPr>
            <a:r>
              <a:rPr lang="en-IN" dirty="0"/>
              <a:t>div</a:t>
            </a:r>
          </a:p>
          <a:p>
            <a:pPr>
              <a:buNone/>
            </a:pPr>
            <a:r>
              <a:rPr lang="en-IN" dirty="0"/>
              <a:t>{</a:t>
            </a:r>
          </a:p>
          <a:p>
            <a:pPr>
              <a:buNone/>
            </a:pPr>
            <a:r>
              <a:rPr lang="en-IN" dirty="0"/>
              <a:t>   height:1000px;</a:t>
            </a:r>
          </a:p>
          <a:p>
            <a:pPr>
              <a:buNone/>
            </a:pPr>
            <a:r>
              <a:rPr lang="en-IN" dirty="0"/>
              <a:t>   width:1000px;</a:t>
            </a:r>
          </a:p>
          <a:p>
            <a:pPr>
              <a:buNone/>
            </a:pPr>
            <a:r>
              <a:rPr lang="en-IN" dirty="0"/>
              <a:t>   border: 2px solid red;</a:t>
            </a:r>
          </a:p>
          <a:p>
            <a:pPr>
              <a:buNone/>
            </a:pPr>
            <a:r>
              <a:rPr lang="en-IN" dirty="0"/>
              <a:t>}</a:t>
            </a:r>
          </a:p>
          <a:p>
            <a:pPr>
              <a:buNone/>
            </a:pPr>
            <a:r>
              <a:rPr lang="en-IN" dirty="0"/>
              <a:t>&lt;/style&gt;</a:t>
            </a:r>
          </a:p>
          <a:p>
            <a:pPr>
              <a:buNone/>
            </a:pPr>
            <a:r>
              <a:rPr lang="en-IN" dirty="0"/>
              <a:t>&lt;body&gt;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&lt;div&gt;</a:t>
            </a:r>
          </a:p>
          <a:p>
            <a:pPr>
              <a:buNone/>
            </a:pPr>
            <a:r>
              <a:rPr lang="en-IN" dirty="0"/>
              <a:t>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="White-pearl2.png" alt="Smiley face" object-fit: contain width=100% height=100% opacity:0.3/&gt;</a:t>
            </a:r>
          </a:p>
          <a:p>
            <a:pPr>
              <a:buNone/>
            </a:pPr>
            <a:r>
              <a:rPr lang="en-IN" dirty="0"/>
              <a:t>&lt;/div&gt;</a:t>
            </a:r>
          </a:p>
          <a:p>
            <a:pPr>
              <a:buNone/>
            </a:pPr>
            <a:r>
              <a:rPr lang="en-IN" dirty="0"/>
              <a:t>&lt;/body&gt;</a:t>
            </a:r>
          </a:p>
          <a:p>
            <a:pPr>
              <a:buNone/>
            </a:pPr>
            <a:r>
              <a:rPr lang="en-IN" dirty="0"/>
              <a:t>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/>
              <a:t>Image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&lt;html&gt;</a:t>
            </a:r>
          </a:p>
          <a:p>
            <a:pPr>
              <a:buNone/>
            </a:pPr>
            <a:r>
              <a:rPr lang="en-IN" dirty="0"/>
              <a:t>&lt;head&gt;</a:t>
            </a:r>
          </a:p>
          <a:p>
            <a:pPr>
              <a:buNone/>
            </a:pPr>
            <a:r>
              <a:rPr lang="en-IN" dirty="0"/>
              <a:t>&lt;style&gt;</a:t>
            </a:r>
          </a:p>
          <a:p>
            <a:pPr>
              <a:buNone/>
            </a:pPr>
            <a:r>
              <a:rPr lang="en-IN" dirty="0"/>
              <a:t>.container {     position: relative;     top:20px;     left: 50px; }</a:t>
            </a:r>
          </a:p>
          <a:p>
            <a:pPr>
              <a:buNone/>
            </a:pPr>
            <a:r>
              <a:rPr lang="en-IN" dirty="0"/>
              <a:t>.</a:t>
            </a:r>
            <a:r>
              <a:rPr lang="en-IN" dirty="0" err="1"/>
              <a:t>topleft</a:t>
            </a:r>
            <a:r>
              <a:rPr lang="en-IN" dirty="0"/>
              <a:t> {     position: absolute;     top: 8px;     left: 16px;     font-size: 18px; }</a:t>
            </a:r>
          </a:p>
          <a:p>
            <a:pPr>
              <a:buNone/>
            </a:pPr>
            <a:r>
              <a:rPr lang="en-IN" dirty="0" err="1"/>
              <a:t>img</a:t>
            </a:r>
            <a:r>
              <a:rPr lang="en-IN" dirty="0"/>
              <a:t> {     width: 100%;     height: auto;     opacity: 0.3; }</a:t>
            </a:r>
          </a:p>
          <a:p>
            <a:pPr>
              <a:buNone/>
            </a:pPr>
            <a:r>
              <a:rPr lang="en-IN" dirty="0"/>
              <a:t>&lt;/style&gt;</a:t>
            </a:r>
          </a:p>
          <a:p>
            <a:pPr>
              <a:buNone/>
            </a:pPr>
            <a:r>
              <a:rPr lang="en-IN" dirty="0"/>
              <a:t>&lt;/head&gt;</a:t>
            </a:r>
          </a:p>
          <a:p>
            <a:pPr>
              <a:buNone/>
            </a:pPr>
            <a:r>
              <a:rPr lang="en-IN" dirty="0"/>
              <a:t>&lt;body&gt;</a:t>
            </a:r>
          </a:p>
          <a:p>
            <a:pPr>
              <a:buNone/>
            </a:pPr>
            <a:r>
              <a:rPr lang="en-IN" dirty="0"/>
              <a:t>&lt;div class="container"&gt;</a:t>
            </a:r>
          </a:p>
          <a:p>
            <a:pPr>
              <a:buNone/>
            </a:pPr>
            <a:r>
              <a:rPr lang="en-IN" dirty="0"/>
              <a:t>  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="trolltunga.jpg" alt="Norway" width="1000" height="300"&gt;</a:t>
            </a:r>
          </a:p>
          <a:p>
            <a:pPr>
              <a:buNone/>
            </a:pPr>
            <a:r>
              <a:rPr lang="en-IN" dirty="0"/>
              <a:t>  &lt;div class="</a:t>
            </a:r>
            <a:r>
              <a:rPr lang="en-IN" dirty="0" err="1"/>
              <a:t>topleft</a:t>
            </a:r>
            <a:r>
              <a:rPr lang="en-IN" dirty="0"/>
              <a:t>"&gt;Top Left&lt;/div&gt;</a:t>
            </a:r>
          </a:p>
          <a:p>
            <a:pPr>
              <a:buNone/>
            </a:pPr>
            <a:r>
              <a:rPr lang="en-IN" dirty="0"/>
              <a:t>&lt;/div&gt;</a:t>
            </a:r>
          </a:p>
          <a:p>
            <a:pPr>
              <a:buNone/>
            </a:pPr>
            <a:r>
              <a:rPr lang="en-IN" dirty="0"/>
              <a:t>&lt;/body&gt;</a:t>
            </a:r>
          </a:p>
          <a:p>
            <a:pPr>
              <a:buNone/>
            </a:pPr>
            <a:r>
              <a:rPr lang="en-IN" dirty="0"/>
              <a:t>&lt;/html&gt;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8970" y="3316292"/>
            <a:ext cx="5500726" cy="2809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CSS3 </a:t>
            </a:r>
            <a:r>
              <a:rPr lang="en-IN"/>
              <a:t>- Multicolumn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The CSS3 multi-column layout allows easy definition of multiple columns of text - just like in newspapers</a:t>
            </a:r>
          </a:p>
          <a:p>
            <a:r>
              <a:rPr lang="en-IN" dirty="0"/>
              <a:t>Following properties</a:t>
            </a:r>
          </a:p>
          <a:p>
            <a:pPr lvl="1"/>
            <a:r>
              <a:rPr lang="en-IN" dirty="0"/>
              <a:t>column-count</a:t>
            </a:r>
          </a:p>
          <a:p>
            <a:pPr lvl="1"/>
            <a:r>
              <a:rPr lang="en-IN" dirty="0"/>
              <a:t>column-gap</a:t>
            </a:r>
          </a:p>
          <a:p>
            <a:pPr lvl="1"/>
            <a:r>
              <a:rPr lang="en-IN" dirty="0"/>
              <a:t>column-rule-style</a:t>
            </a:r>
          </a:p>
          <a:p>
            <a:pPr lvl="1"/>
            <a:r>
              <a:rPr lang="en-IN" dirty="0"/>
              <a:t>column-rule-width</a:t>
            </a:r>
          </a:p>
          <a:p>
            <a:pPr lvl="1"/>
            <a:r>
              <a:rPr lang="en-IN" dirty="0"/>
              <a:t>column-rule-</a:t>
            </a:r>
            <a:r>
              <a:rPr lang="en-IN" dirty="0" err="1"/>
              <a:t>color</a:t>
            </a:r>
            <a:endParaRPr lang="en-IN" dirty="0"/>
          </a:p>
          <a:p>
            <a:pPr lvl="1"/>
            <a:r>
              <a:rPr lang="en-IN" dirty="0"/>
              <a:t>column-rule</a:t>
            </a:r>
          </a:p>
          <a:p>
            <a:pPr lvl="1"/>
            <a:r>
              <a:rPr lang="en-IN" dirty="0"/>
              <a:t>column-span</a:t>
            </a:r>
          </a:p>
          <a:p>
            <a:pPr lvl="1"/>
            <a:r>
              <a:rPr lang="en-IN" dirty="0"/>
              <a:t>column-width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&lt;html&gt; &lt;head&gt;  &lt;style&gt;</a:t>
            </a:r>
          </a:p>
          <a:p>
            <a:pPr>
              <a:buNone/>
            </a:pPr>
            <a:r>
              <a:rPr lang="en-IN" dirty="0"/>
              <a:t>.newspaper </a:t>
            </a:r>
          </a:p>
          <a:p>
            <a:pPr>
              <a:buNone/>
            </a:pPr>
            <a:r>
              <a:rPr lang="en-IN" dirty="0"/>
              <a:t>{     </a:t>
            </a:r>
          </a:p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column-count: 3; </a:t>
            </a:r>
          </a:p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column-gap: 40px;</a:t>
            </a:r>
          </a:p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column-rule-style: solid;    </a:t>
            </a:r>
          </a:p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column-rule-</a:t>
            </a:r>
            <a:r>
              <a:rPr lang="en-IN" b="1" dirty="0" err="1">
                <a:solidFill>
                  <a:srgbClr val="7030A0"/>
                </a:solidFill>
              </a:rPr>
              <a:t>color</a:t>
            </a:r>
            <a:r>
              <a:rPr lang="en-IN" b="1" dirty="0">
                <a:solidFill>
                  <a:srgbClr val="7030A0"/>
                </a:solidFill>
              </a:rPr>
              <a:t>: red;     </a:t>
            </a:r>
          </a:p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column-rule-width: 5px; </a:t>
            </a:r>
          </a:p>
          <a:p>
            <a:pPr>
              <a:buNone/>
            </a:pPr>
            <a:r>
              <a:rPr lang="en-IN" dirty="0"/>
              <a:t>}</a:t>
            </a:r>
          </a:p>
          <a:p>
            <a:pPr>
              <a:buNone/>
            </a:pPr>
            <a:r>
              <a:rPr lang="en-IN" dirty="0"/>
              <a:t>&lt;/style&gt; &lt;/head&gt; &lt;body&gt;</a:t>
            </a:r>
          </a:p>
          <a:p>
            <a:pPr>
              <a:buNone/>
            </a:pPr>
            <a:r>
              <a:rPr lang="en-IN" dirty="0"/>
              <a:t>&lt;div class="newspaper"&gt;</a:t>
            </a:r>
          </a:p>
          <a:p>
            <a:pPr>
              <a:buNone/>
            </a:pPr>
            <a:r>
              <a:rPr lang="en-IN" dirty="0" err="1"/>
              <a:t>Lorem</a:t>
            </a:r>
            <a:r>
              <a:rPr lang="en-IN" dirty="0"/>
              <a:t> </a:t>
            </a:r>
            <a:r>
              <a:rPr lang="en-IN" dirty="0" err="1"/>
              <a:t>ipsum</a:t>
            </a:r>
            <a:r>
              <a:rPr lang="en-IN" dirty="0"/>
              <a:t>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consectetuer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</a:t>
            </a:r>
            <a:r>
              <a:rPr lang="en-IN" dirty="0" err="1"/>
              <a:t>diam</a:t>
            </a:r>
            <a:r>
              <a:rPr lang="en-IN" dirty="0"/>
              <a:t> </a:t>
            </a:r>
            <a:r>
              <a:rPr lang="en-IN" dirty="0" err="1"/>
              <a:t>nonummy</a:t>
            </a:r>
            <a:r>
              <a:rPr lang="en-IN" dirty="0"/>
              <a:t> </a:t>
            </a:r>
            <a:r>
              <a:rPr lang="en-IN" dirty="0" err="1"/>
              <a:t>nibh</a:t>
            </a:r>
            <a:r>
              <a:rPr lang="en-IN" dirty="0"/>
              <a:t> </a:t>
            </a:r>
            <a:r>
              <a:rPr lang="en-IN" dirty="0" err="1"/>
              <a:t>euismod</a:t>
            </a:r>
            <a:r>
              <a:rPr lang="en-IN" dirty="0"/>
              <a:t> </a:t>
            </a:r>
            <a:r>
              <a:rPr lang="en-IN" dirty="0" err="1"/>
              <a:t>tincidunt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laoreet</a:t>
            </a:r>
            <a:r>
              <a:rPr lang="en-IN" dirty="0"/>
              <a:t> </a:t>
            </a:r>
            <a:r>
              <a:rPr lang="en-IN" dirty="0" err="1"/>
              <a:t>dolore</a:t>
            </a:r>
            <a:r>
              <a:rPr lang="en-IN" dirty="0"/>
              <a:t> magna </a:t>
            </a:r>
            <a:r>
              <a:rPr lang="en-IN" dirty="0" err="1"/>
              <a:t>aliquam</a:t>
            </a:r>
            <a:r>
              <a:rPr lang="en-IN" dirty="0"/>
              <a:t> </a:t>
            </a:r>
            <a:r>
              <a:rPr lang="en-IN" dirty="0" err="1"/>
              <a:t>erat</a:t>
            </a:r>
            <a:r>
              <a:rPr lang="en-IN" dirty="0"/>
              <a:t> </a:t>
            </a:r>
            <a:r>
              <a:rPr lang="en-IN" dirty="0" err="1"/>
              <a:t>volutpat</a:t>
            </a:r>
            <a:r>
              <a:rPr lang="en-IN" dirty="0"/>
              <a:t>.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wisi</a:t>
            </a:r>
            <a:r>
              <a:rPr lang="en-IN" dirty="0"/>
              <a:t> </a:t>
            </a:r>
            <a:r>
              <a:rPr lang="en-IN" dirty="0" err="1"/>
              <a:t>enim</a:t>
            </a:r>
            <a:r>
              <a:rPr lang="en-IN" dirty="0"/>
              <a:t> ad minim </a:t>
            </a:r>
            <a:r>
              <a:rPr lang="en-IN" dirty="0" err="1"/>
              <a:t>veniam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nostrud</a:t>
            </a:r>
            <a:r>
              <a:rPr lang="en-IN" dirty="0"/>
              <a:t> </a:t>
            </a:r>
            <a:r>
              <a:rPr lang="en-IN" dirty="0" err="1"/>
              <a:t>exerci</a:t>
            </a:r>
            <a:r>
              <a:rPr lang="en-IN" dirty="0"/>
              <a:t> </a:t>
            </a:r>
            <a:r>
              <a:rPr lang="en-IN" dirty="0" err="1"/>
              <a:t>tation</a:t>
            </a:r>
            <a:r>
              <a:rPr lang="en-IN" dirty="0"/>
              <a:t> </a:t>
            </a:r>
            <a:r>
              <a:rPr lang="en-IN" dirty="0" err="1"/>
              <a:t>ullamcorper</a:t>
            </a:r>
            <a:r>
              <a:rPr lang="en-IN" dirty="0"/>
              <a:t> </a:t>
            </a:r>
            <a:r>
              <a:rPr lang="en-IN" dirty="0" err="1"/>
              <a:t>suscipit</a:t>
            </a:r>
            <a:r>
              <a:rPr lang="en-IN" dirty="0"/>
              <a:t> </a:t>
            </a:r>
            <a:r>
              <a:rPr lang="en-IN" dirty="0" err="1"/>
              <a:t>lobortis</a:t>
            </a:r>
            <a:r>
              <a:rPr lang="en-IN" dirty="0"/>
              <a:t> </a:t>
            </a:r>
            <a:r>
              <a:rPr lang="en-IN" dirty="0" err="1"/>
              <a:t>nisl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aliquip</a:t>
            </a:r>
            <a:r>
              <a:rPr lang="en-IN" dirty="0"/>
              <a:t> ex ea </a:t>
            </a:r>
            <a:r>
              <a:rPr lang="en-IN" dirty="0" err="1"/>
              <a:t>commodo</a:t>
            </a:r>
            <a:r>
              <a:rPr lang="en-IN" dirty="0"/>
              <a:t> </a:t>
            </a:r>
            <a:r>
              <a:rPr lang="en-IN" dirty="0" err="1"/>
              <a:t>consequat</a:t>
            </a:r>
            <a:r>
              <a:rPr lang="en-IN" dirty="0"/>
              <a:t>. </a:t>
            </a:r>
            <a:r>
              <a:rPr lang="en-IN" dirty="0" err="1"/>
              <a:t>Duis</a:t>
            </a:r>
            <a:r>
              <a:rPr lang="en-IN" dirty="0"/>
              <a:t> </a:t>
            </a:r>
            <a:r>
              <a:rPr lang="en-IN" dirty="0" err="1"/>
              <a:t>autem</a:t>
            </a:r>
            <a:r>
              <a:rPr lang="en-IN" dirty="0"/>
              <a:t> </a:t>
            </a:r>
            <a:r>
              <a:rPr lang="en-IN" dirty="0" err="1"/>
              <a:t>vel</a:t>
            </a:r>
            <a:r>
              <a:rPr lang="en-IN" dirty="0"/>
              <a:t> </a:t>
            </a:r>
            <a:r>
              <a:rPr lang="en-IN" dirty="0" err="1"/>
              <a:t>eum</a:t>
            </a:r>
            <a:r>
              <a:rPr lang="en-IN" dirty="0"/>
              <a:t> </a:t>
            </a:r>
            <a:r>
              <a:rPr lang="en-IN" dirty="0" err="1"/>
              <a:t>iriure</a:t>
            </a:r>
            <a:r>
              <a:rPr lang="en-IN" dirty="0"/>
              <a:t> </a:t>
            </a:r>
            <a:r>
              <a:rPr lang="en-IN" dirty="0" err="1"/>
              <a:t>dolor</a:t>
            </a:r>
            <a:r>
              <a:rPr lang="en-IN" dirty="0"/>
              <a:t> in </a:t>
            </a:r>
            <a:r>
              <a:rPr lang="en-IN" dirty="0" err="1"/>
              <a:t>hendrerit</a:t>
            </a:r>
            <a:r>
              <a:rPr lang="en-IN" dirty="0"/>
              <a:t> in </a:t>
            </a:r>
            <a:r>
              <a:rPr lang="en-IN" dirty="0" err="1"/>
              <a:t>vulputate</a:t>
            </a:r>
            <a:r>
              <a:rPr lang="en-IN" dirty="0"/>
              <a:t> </a:t>
            </a:r>
            <a:r>
              <a:rPr lang="en-IN" dirty="0" err="1"/>
              <a:t>velit</a:t>
            </a:r>
            <a:r>
              <a:rPr lang="en-IN" dirty="0"/>
              <a:t> </a:t>
            </a:r>
            <a:r>
              <a:rPr lang="en-IN" dirty="0" err="1"/>
              <a:t>esse</a:t>
            </a:r>
            <a:r>
              <a:rPr lang="en-IN" dirty="0"/>
              <a:t> </a:t>
            </a:r>
            <a:r>
              <a:rPr lang="en-IN" dirty="0" err="1"/>
              <a:t>molestie</a:t>
            </a:r>
            <a:r>
              <a:rPr lang="en-IN" dirty="0"/>
              <a:t> </a:t>
            </a:r>
            <a:r>
              <a:rPr lang="en-IN" dirty="0" err="1"/>
              <a:t>consequat</a:t>
            </a:r>
            <a:r>
              <a:rPr lang="en-IN" dirty="0"/>
              <a:t>, </a:t>
            </a:r>
            <a:r>
              <a:rPr lang="en-IN" dirty="0" err="1"/>
              <a:t>vel</a:t>
            </a:r>
            <a:r>
              <a:rPr lang="en-IN" dirty="0"/>
              <a:t> </a:t>
            </a:r>
            <a:r>
              <a:rPr lang="en-IN" dirty="0" err="1"/>
              <a:t>illum</a:t>
            </a:r>
            <a:r>
              <a:rPr lang="en-IN" dirty="0"/>
              <a:t> </a:t>
            </a:r>
            <a:r>
              <a:rPr lang="en-IN" dirty="0" err="1"/>
              <a:t>dolore</a:t>
            </a:r>
            <a:r>
              <a:rPr lang="en-IN" dirty="0"/>
              <a:t> </a:t>
            </a:r>
            <a:r>
              <a:rPr lang="en-IN" dirty="0" err="1"/>
              <a:t>eu</a:t>
            </a:r>
            <a:r>
              <a:rPr lang="en-IN" dirty="0"/>
              <a:t> </a:t>
            </a:r>
            <a:r>
              <a:rPr lang="en-IN" dirty="0" err="1"/>
              <a:t>feugiat</a:t>
            </a:r>
            <a:r>
              <a:rPr lang="en-IN" dirty="0"/>
              <a:t> </a:t>
            </a:r>
            <a:r>
              <a:rPr lang="en-IN" dirty="0" err="1"/>
              <a:t>nulla</a:t>
            </a:r>
            <a:r>
              <a:rPr lang="en-IN" dirty="0"/>
              <a:t> </a:t>
            </a:r>
            <a:r>
              <a:rPr lang="en-IN" dirty="0" err="1"/>
              <a:t>facilisis</a:t>
            </a:r>
            <a:r>
              <a:rPr lang="en-IN" dirty="0"/>
              <a:t> at </a:t>
            </a:r>
            <a:r>
              <a:rPr lang="en-IN" dirty="0" err="1"/>
              <a:t>vero</a:t>
            </a:r>
            <a:r>
              <a:rPr lang="en-IN" dirty="0"/>
              <a:t> </a:t>
            </a:r>
            <a:r>
              <a:rPr lang="en-IN" dirty="0" err="1"/>
              <a:t>eros</a:t>
            </a:r>
            <a:r>
              <a:rPr lang="en-IN" dirty="0"/>
              <a:t> et </a:t>
            </a:r>
            <a:r>
              <a:rPr lang="en-IN" dirty="0" err="1"/>
              <a:t>accumsan</a:t>
            </a:r>
            <a:r>
              <a:rPr lang="en-IN" dirty="0"/>
              <a:t> et </a:t>
            </a:r>
            <a:r>
              <a:rPr lang="en-IN" dirty="0" err="1"/>
              <a:t>iusto</a:t>
            </a:r>
            <a:r>
              <a:rPr lang="en-IN" dirty="0"/>
              <a:t> </a:t>
            </a:r>
            <a:r>
              <a:rPr lang="en-IN" dirty="0" err="1"/>
              <a:t>odio</a:t>
            </a:r>
            <a:r>
              <a:rPr lang="en-IN" dirty="0"/>
              <a:t> </a:t>
            </a:r>
            <a:r>
              <a:rPr lang="en-IN" dirty="0" err="1"/>
              <a:t>dignissim</a:t>
            </a:r>
            <a:r>
              <a:rPr lang="en-IN" dirty="0"/>
              <a:t> qui </a:t>
            </a:r>
            <a:r>
              <a:rPr lang="en-IN" dirty="0" err="1"/>
              <a:t>blandit</a:t>
            </a:r>
            <a:r>
              <a:rPr lang="en-IN" dirty="0"/>
              <a:t> </a:t>
            </a:r>
            <a:r>
              <a:rPr lang="en-IN" dirty="0" err="1"/>
              <a:t>praesent</a:t>
            </a:r>
            <a:r>
              <a:rPr lang="en-IN" dirty="0"/>
              <a:t> </a:t>
            </a:r>
            <a:r>
              <a:rPr lang="en-IN" dirty="0" err="1"/>
              <a:t>luptatum</a:t>
            </a:r>
            <a:r>
              <a:rPr lang="en-IN" dirty="0"/>
              <a:t> </a:t>
            </a:r>
            <a:r>
              <a:rPr lang="en-IN" dirty="0" err="1"/>
              <a:t>zzril</a:t>
            </a:r>
            <a:r>
              <a:rPr lang="en-IN" dirty="0"/>
              <a:t> </a:t>
            </a:r>
            <a:r>
              <a:rPr lang="en-IN" dirty="0" err="1"/>
              <a:t>delenit</a:t>
            </a:r>
            <a:r>
              <a:rPr lang="en-IN" dirty="0"/>
              <a:t> </a:t>
            </a:r>
            <a:r>
              <a:rPr lang="en-IN" dirty="0" err="1"/>
              <a:t>augue</a:t>
            </a:r>
            <a:r>
              <a:rPr lang="en-IN" dirty="0"/>
              <a:t> </a:t>
            </a:r>
            <a:r>
              <a:rPr lang="en-IN" dirty="0" err="1"/>
              <a:t>duis</a:t>
            </a:r>
            <a:r>
              <a:rPr lang="en-IN" dirty="0"/>
              <a:t> </a:t>
            </a:r>
            <a:r>
              <a:rPr lang="en-IN" dirty="0" err="1"/>
              <a:t>dolore</a:t>
            </a:r>
            <a:r>
              <a:rPr lang="en-IN" dirty="0"/>
              <a:t> </a:t>
            </a:r>
            <a:r>
              <a:rPr lang="en-IN" dirty="0" err="1"/>
              <a:t>te</a:t>
            </a:r>
            <a:r>
              <a:rPr lang="en-IN" dirty="0"/>
              <a:t> </a:t>
            </a:r>
            <a:r>
              <a:rPr lang="en-IN" dirty="0" err="1"/>
              <a:t>feugait</a:t>
            </a:r>
            <a:r>
              <a:rPr lang="en-IN" dirty="0"/>
              <a:t> </a:t>
            </a:r>
            <a:r>
              <a:rPr lang="en-IN" dirty="0" err="1"/>
              <a:t>nulla</a:t>
            </a:r>
            <a:r>
              <a:rPr lang="en-IN" dirty="0"/>
              <a:t> </a:t>
            </a:r>
            <a:r>
              <a:rPr lang="en-IN" dirty="0" err="1"/>
              <a:t>facilisi</a:t>
            </a:r>
            <a:r>
              <a:rPr lang="en-IN" dirty="0"/>
              <a:t>. Nam </a:t>
            </a:r>
            <a:r>
              <a:rPr lang="en-IN" dirty="0" err="1"/>
              <a:t>liber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cum </a:t>
            </a:r>
            <a:r>
              <a:rPr lang="en-IN" dirty="0" err="1"/>
              <a:t>soluta</a:t>
            </a:r>
            <a:r>
              <a:rPr lang="en-IN" dirty="0"/>
              <a:t> </a:t>
            </a:r>
            <a:r>
              <a:rPr lang="en-IN" dirty="0" err="1"/>
              <a:t>nobis</a:t>
            </a:r>
            <a:r>
              <a:rPr lang="en-IN" dirty="0"/>
              <a:t> </a:t>
            </a:r>
            <a:r>
              <a:rPr lang="en-IN" dirty="0" err="1"/>
              <a:t>eleifend</a:t>
            </a:r>
            <a:r>
              <a:rPr lang="en-IN" dirty="0"/>
              <a:t> option </a:t>
            </a:r>
            <a:r>
              <a:rPr lang="en-IN" dirty="0" err="1"/>
              <a:t>congue</a:t>
            </a:r>
            <a:r>
              <a:rPr lang="en-IN" dirty="0"/>
              <a:t> </a:t>
            </a:r>
            <a:r>
              <a:rPr lang="en-IN" dirty="0" err="1"/>
              <a:t>nihil</a:t>
            </a:r>
            <a:r>
              <a:rPr lang="en-IN" dirty="0"/>
              <a:t> </a:t>
            </a:r>
            <a:r>
              <a:rPr lang="en-IN" dirty="0" err="1"/>
              <a:t>imperdiet</a:t>
            </a:r>
            <a:r>
              <a:rPr lang="en-IN" dirty="0"/>
              <a:t> doming id quod </a:t>
            </a:r>
            <a:r>
              <a:rPr lang="en-IN" dirty="0" err="1"/>
              <a:t>mazim</a:t>
            </a:r>
            <a:r>
              <a:rPr lang="en-IN" dirty="0"/>
              <a:t> </a:t>
            </a:r>
            <a:r>
              <a:rPr lang="en-IN" dirty="0" err="1"/>
              <a:t>placerat</a:t>
            </a:r>
            <a:r>
              <a:rPr lang="en-IN" dirty="0"/>
              <a:t> facer </a:t>
            </a:r>
            <a:r>
              <a:rPr lang="en-IN" dirty="0" err="1"/>
              <a:t>possim</a:t>
            </a:r>
            <a:r>
              <a:rPr lang="en-IN" dirty="0"/>
              <a:t> </a:t>
            </a:r>
            <a:r>
              <a:rPr lang="en-IN" dirty="0" err="1"/>
              <a:t>assum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&lt;/div&gt;</a:t>
            </a:r>
          </a:p>
          <a:p>
            <a:pPr>
              <a:buNone/>
            </a:pPr>
            <a:r>
              <a:rPr lang="en-IN" dirty="0"/>
              <a:t>&lt;/body&gt; &lt;/html&gt;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Output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9" y="2928934"/>
            <a:ext cx="7715304" cy="2928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524</Words>
  <Application>Microsoft Office PowerPoint</Application>
  <PresentationFormat>On-screen Show (4:3)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CSS - Images</vt:lpstr>
      <vt:lpstr>Rounded Images</vt:lpstr>
      <vt:lpstr>Responsive Images</vt:lpstr>
      <vt:lpstr>Centering the image</vt:lpstr>
      <vt:lpstr>How do we fit image in div element?</vt:lpstr>
      <vt:lpstr>Image Text</vt:lpstr>
      <vt:lpstr>CSS3 - Multicolumn</vt:lpstr>
      <vt:lpstr>PowerPoint Presentation</vt:lpstr>
      <vt:lpstr>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- Images</dc:title>
  <dc:creator>staff</dc:creator>
  <cp:lastModifiedBy>B Prabavathy</cp:lastModifiedBy>
  <cp:revision>15</cp:revision>
  <dcterms:created xsi:type="dcterms:W3CDTF">2016-07-23T11:31:21Z</dcterms:created>
  <dcterms:modified xsi:type="dcterms:W3CDTF">2025-01-21T04:17:34Z</dcterms:modified>
</cp:coreProperties>
</file>