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301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300" r:id="rId39"/>
    <p:sldId id="294" r:id="rId40"/>
    <p:sldId id="303" r:id="rId41"/>
    <p:sldId id="304" r:id="rId42"/>
    <p:sldId id="302" r:id="rId43"/>
    <p:sldId id="296" r:id="rId44"/>
    <p:sldId id="29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70" d="100"/>
          <a:sy n="70" d="100"/>
        </p:scale>
        <p:origin x="-708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6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76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34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85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66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90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383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28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7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39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13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BBF82-D092-4D9B-A73A-6373573C305C}" type="datetimeFigureOut">
              <a:rPr lang="en-IN" smtClean="0"/>
              <a:t>04-03-2021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F28D0-EB3A-4909-A9FF-940A93887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28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image" Target="../media/image61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04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0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05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04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Relationship Id="rId9" Type="http://schemas.openxmlformats.org/officeDocument/2006/relationships/image" Target="../media/image1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10" Type="http://schemas.openxmlformats.org/officeDocument/2006/relationships/image" Target="../media/image176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image" Target="../media/image151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11" Type="http://schemas.openxmlformats.org/officeDocument/2006/relationships/image" Target="../media/image150.png"/><Relationship Id="rId5" Type="http://schemas.openxmlformats.org/officeDocument/2006/relationships/image" Target="../media/image180.png"/><Relationship Id="rId10" Type="http://schemas.openxmlformats.org/officeDocument/2006/relationships/image" Target="../media/image185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12" Type="http://schemas.openxmlformats.org/officeDocument/2006/relationships/image" Target="../media/image105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11" Type="http://schemas.openxmlformats.org/officeDocument/2006/relationships/image" Target="../media/image104.png"/><Relationship Id="rId5" Type="http://schemas.openxmlformats.org/officeDocument/2006/relationships/image" Target="../media/image194.png"/><Relationship Id="rId10" Type="http://schemas.openxmlformats.org/officeDocument/2006/relationships/image" Target="../media/image199.png"/><Relationship Id="rId4" Type="http://schemas.openxmlformats.org/officeDocument/2006/relationships/image" Target="../media/image193.png"/><Relationship Id="rId9" Type="http://schemas.openxmlformats.org/officeDocument/2006/relationships/image" Target="../media/image19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10" Type="http://schemas.openxmlformats.org/officeDocument/2006/relationships/image" Target="../media/image2030.png"/><Relationship Id="rId4" Type="http://schemas.openxmlformats.org/officeDocument/2006/relationships/image" Target="../media/image202.png"/><Relationship Id="rId9" Type="http://schemas.openxmlformats.org/officeDocument/2006/relationships/image" Target="../media/image20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19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12" Type="http://schemas.openxmlformats.org/officeDocument/2006/relationships/image" Target="../media/image218.png"/><Relationship Id="rId2" Type="http://schemas.openxmlformats.org/officeDocument/2006/relationships/image" Target="../media/image208.png"/><Relationship Id="rId16" Type="http://schemas.openxmlformats.org/officeDocument/2006/relationships/image" Target="../media/image21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2.png"/><Relationship Id="rId11" Type="http://schemas.openxmlformats.org/officeDocument/2006/relationships/image" Target="../media/image217.png"/><Relationship Id="rId5" Type="http://schemas.openxmlformats.org/officeDocument/2006/relationships/image" Target="../media/image211.png"/><Relationship Id="rId15" Type="http://schemas.openxmlformats.org/officeDocument/2006/relationships/image" Target="../media/image206.png"/><Relationship Id="rId10" Type="http://schemas.openxmlformats.org/officeDocument/2006/relationships/image" Target="../media/image216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Relationship Id="rId14" Type="http://schemas.openxmlformats.org/officeDocument/2006/relationships/image" Target="../media/image2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0.png"/><Relationship Id="rId3" Type="http://schemas.openxmlformats.org/officeDocument/2006/relationships/image" Target="../media/image222.png"/><Relationship Id="rId7" Type="http://schemas.openxmlformats.org/officeDocument/2006/relationships/image" Target="../media/image207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227.png"/><Relationship Id="rId7" Type="http://schemas.openxmlformats.org/officeDocument/2006/relationships/image" Target="../media/image231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50.png"/><Relationship Id="rId3" Type="http://schemas.openxmlformats.org/officeDocument/2006/relationships/image" Target="../media/image240.png"/><Relationship Id="rId7" Type="http://schemas.openxmlformats.org/officeDocument/2006/relationships/image" Target="../media/image244.png"/><Relationship Id="rId12" Type="http://schemas.openxmlformats.org/officeDocument/2006/relationships/image" Target="../media/image249.png"/><Relationship Id="rId2" Type="http://schemas.openxmlformats.org/officeDocument/2006/relationships/image" Target="../media/image239.png"/><Relationship Id="rId16" Type="http://schemas.openxmlformats.org/officeDocument/2006/relationships/image" Target="../media/image2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3.png"/><Relationship Id="rId11" Type="http://schemas.openxmlformats.org/officeDocument/2006/relationships/image" Target="../media/image248.png"/><Relationship Id="rId5" Type="http://schemas.openxmlformats.org/officeDocument/2006/relationships/image" Target="../media/image242.png"/><Relationship Id="rId15" Type="http://schemas.openxmlformats.org/officeDocument/2006/relationships/image" Target="../media/image252.png"/><Relationship Id="rId10" Type="http://schemas.openxmlformats.org/officeDocument/2006/relationships/image" Target="../media/image247.png"/><Relationship Id="rId4" Type="http://schemas.openxmlformats.org/officeDocument/2006/relationships/image" Target="../media/image241.png"/><Relationship Id="rId9" Type="http://schemas.openxmlformats.org/officeDocument/2006/relationships/image" Target="../media/image246.png"/><Relationship Id="rId14" Type="http://schemas.openxmlformats.org/officeDocument/2006/relationships/image" Target="../media/image25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5.png"/><Relationship Id="rId7" Type="http://schemas.openxmlformats.org/officeDocument/2006/relationships/image" Target="../media/image259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56.png"/><Relationship Id="rId9" Type="http://schemas.openxmlformats.org/officeDocument/2006/relationships/image" Target="../media/image26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png"/><Relationship Id="rId13" Type="http://schemas.openxmlformats.org/officeDocument/2006/relationships/image" Target="../media/image273.png"/><Relationship Id="rId3" Type="http://schemas.openxmlformats.org/officeDocument/2006/relationships/image" Target="../media/image263.png"/><Relationship Id="rId7" Type="http://schemas.openxmlformats.org/officeDocument/2006/relationships/image" Target="../media/image267.png"/><Relationship Id="rId12" Type="http://schemas.openxmlformats.org/officeDocument/2006/relationships/image" Target="../media/image272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6.png"/><Relationship Id="rId11" Type="http://schemas.openxmlformats.org/officeDocument/2006/relationships/image" Target="../media/image271.png"/><Relationship Id="rId5" Type="http://schemas.openxmlformats.org/officeDocument/2006/relationships/image" Target="../media/image265.png"/><Relationship Id="rId10" Type="http://schemas.openxmlformats.org/officeDocument/2006/relationships/image" Target="../media/image270.png"/><Relationship Id="rId4" Type="http://schemas.openxmlformats.org/officeDocument/2006/relationships/image" Target="../media/image264.png"/><Relationship Id="rId9" Type="http://schemas.openxmlformats.org/officeDocument/2006/relationships/image" Target="../media/image269.png"/><Relationship Id="rId14" Type="http://schemas.openxmlformats.org/officeDocument/2006/relationships/image" Target="../media/image27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3" Type="http://schemas.openxmlformats.org/officeDocument/2006/relationships/image" Target="../media/image281.png"/><Relationship Id="rId7" Type="http://schemas.openxmlformats.org/officeDocument/2006/relationships/image" Target="../media/image285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4.png"/><Relationship Id="rId5" Type="http://schemas.openxmlformats.org/officeDocument/2006/relationships/image" Target="../media/image283.png"/><Relationship Id="rId4" Type="http://schemas.openxmlformats.org/officeDocument/2006/relationships/image" Target="../media/image28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3" Type="http://schemas.openxmlformats.org/officeDocument/2006/relationships/image" Target="../media/image284.png"/><Relationship Id="rId7" Type="http://schemas.openxmlformats.org/officeDocument/2006/relationships/image" Target="../media/image288.png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7.png"/><Relationship Id="rId5" Type="http://schemas.openxmlformats.org/officeDocument/2006/relationships/image" Target="../media/image286.png"/><Relationship Id="rId10" Type="http://schemas.openxmlformats.org/officeDocument/2006/relationships/image" Target="../media/image291.png"/><Relationship Id="rId4" Type="http://schemas.openxmlformats.org/officeDocument/2006/relationships/image" Target="../media/image285.png"/><Relationship Id="rId9" Type="http://schemas.openxmlformats.org/officeDocument/2006/relationships/image" Target="../media/image29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0.png"/><Relationship Id="rId2" Type="http://schemas.openxmlformats.org/officeDocument/2006/relationships/image" Target="../media/image26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70.png"/><Relationship Id="rId5" Type="http://schemas.openxmlformats.org/officeDocument/2006/relationships/image" Target="../media/image2660.png"/><Relationship Id="rId4" Type="http://schemas.openxmlformats.org/officeDocument/2006/relationships/image" Target="../media/image265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png"/><Relationship Id="rId13" Type="http://schemas.openxmlformats.org/officeDocument/2006/relationships/image" Target="../media/image303.png"/><Relationship Id="rId18" Type="http://schemas.openxmlformats.org/officeDocument/2006/relationships/image" Target="../media/image308.png"/><Relationship Id="rId3" Type="http://schemas.openxmlformats.org/officeDocument/2006/relationships/image" Target="../media/image293.png"/><Relationship Id="rId21" Type="http://schemas.openxmlformats.org/officeDocument/2006/relationships/image" Target="../media/image311.png"/><Relationship Id="rId7" Type="http://schemas.openxmlformats.org/officeDocument/2006/relationships/image" Target="../media/image297.png"/><Relationship Id="rId12" Type="http://schemas.openxmlformats.org/officeDocument/2006/relationships/image" Target="../media/image302.png"/><Relationship Id="rId17" Type="http://schemas.openxmlformats.org/officeDocument/2006/relationships/image" Target="../media/image307.png"/><Relationship Id="rId2" Type="http://schemas.openxmlformats.org/officeDocument/2006/relationships/image" Target="../media/image292.png"/><Relationship Id="rId16" Type="http://schemas.openxmlformats.org/officeDocument/2006/relationships/image" Target="../media/image306.png"/><Relationship Id="rId20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6.png"/><Relationship Id="rId11" Type="http://schemas.openxmlformats.org/officeDocument/2006/relationships/image" Target="../media/image301.png"/><Relationship Id="rId5" Type="http://schemas.openxmlformats.org/officeDocument/2006/relationships/image" Target="../media/image295.png"/><Relationship Id="rId15" Type="http://schemas.openxmlformats.org/officeDocument/2006/relationships/image" Target="../media/image305.png"/><Relationship Id="rId23" Type="http://schemas.openxmlformats.org/officeDocument/2006/relationships/image" Target="../media/image313.png"/><Relationship Id="rId10" Type="http://schemas.openxmlformats.org/officeDocument/2006/relationships/image" Target="../media/image300.png"/><Relationship Id="rId19" Type="http://schemas.openxmlformats.org/officeDocument/2006/relationships/image" Target="../media/image309.png"/><Relationship Id="rId4" Type="http://schemas.openxmlformats.org/officeDocument/2006/relationships/image" Target="../media/image294.png"/><Relationship Id="rId9" Type="http://schemas.openxmlformats.org/officeDocument/2006/relationships/image" Target="../media/image299.png"/><Relationship Id="rId14" Type="http://schemas.openxmlformats.org/officeDocument/2006/relationships/image" Target="../media/image304.png"/><Relationship Id="rId22" Type="http://schemas.openxmlformats.org/officeDocument/2006/relationships/image" Target="../media/image31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25.png"/><Relationship Id="rId18" Type="http://schemas.openxmlformats.org/officeDocument/2006/relationships/image" Target="../media/image330.png"/><Relationship Id="rId26" Type="http://schemas.openxmlformats.org/officeDocument/2006/relationships/image" Target="../media/image338.png"/><Relationship Id="rId3" Type="http://schemas.openxmlformats.org/officeDocument/2006/relationships/image" Target="../media/image315.png"/><Relationship Id="rId21" Type="http://schemas.openxmlformats.org/officeDocument/2006/relationships/image" Target="../media/image333.png"/><Relationship Id="rId7" Type="http://schemas.openxmlformats.org/officeDocument/2006/relationships/image" Target="../media/image319.png"/><Relationship Id="rId12" Type="http://schemas.openxmlformats.org/officeDocument/2006/relationships/image" Target="../media/image324.png"/><Relationship Id="rId17" Type="http://schemas.openxmlformats.org/officeDocument/2006/relationships/image" Target="../media/image329.png"/><Relationship Id="rId25" Type="http://schemas.openxmlformats.org/officeDocument/2006/relationships/image" Target="../media/image337.png"/><Relationship Id="rId2" Type="http://schemas.openxmlformats.org/officeDocument/2006/relationships/image" Target="../media/image314.png"/><Relationship Id="rId16" Type="http://schemas.openxmlformats.org/officeDocument/2006/relationships/image" Target="../media/image328.png"/><Relationship Id="rId20" Type="http://schemas.openxmlformats.org/officeDocument/2006/relationships/image" Target="../media/image332.png"/><Relationship Id="rId29" Type="http://schemas.openxmlformats.org/officeDocument/2006/relationships/image" Target="../media/image3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8.png"/><Relationship Id="rId11" Type="http://schemas.openxmlformats.org/officeDocument/2006/relationships/image" Target="../media/image323.png"/><Relationship Id="rId24" Type="http://schemas.openxmlformats.org/officeDocument/2006/relationships/image" Target="../media/image336.png"/><Relationship Id="rId5" Type="http://schemas.openxmlformats.org/officeDocument/2006/relationships/image" Target="../media/image317.png"/><Relationship Id="rId15" Type="http://schemas.openxmlformats.org/officeDocument/2006/relationships/image" Target="../media/image327.png"/><Relationship Id="rId23" Type="http://schemas.openxmlformats.org/officeDocument/2006/relationships/image" Target="../media/image335.png"/><Relationship Id="rId28" Type="http://schemas.openxmlformats.org/officeDocument/2006/relationships/image" Target="../media/image340.png"/><Relationship Id="rId10" Type="http://schemas.openxmlformats.org/officeDocument/2006/relationships/image" Target="../media/image322.png"/><Relationship Id="rId19" Type="http://schemas.openxmlformats.org/officeDocument/2006/relationships/image" Target="../media/image331.png"/><Relationship Id="rId4" Type="http://schemas.openxmlformats.org/officeDocument/2006/relationships/image" Target="../media/image316.png"/><Relationship Id="rId9" Type="http://schemas.openxmlformats.org/officeDocument/2006/relationships/image" Target="../media/image321.png"/><Relationship Id="rId14" Type="http://schemas.openxmlformats.org/officeDocument/2006/relationships/image" Target="../media/image326.png"/><Relationship Id="rId22" Type="http://schemas.openxmlformats.org/officeDocument/2006/relationships/image" Target="../media/image334.png"/><Relationship Id="rId27" Type="http://schemas.openxmlformats.org/officeDocument/2006/relationships/image" Target="../media/image339.png"/><Relationship Id="rId30" Type="http://schemas.openxmlformats.org/officeDocument/2006/relationships/image" Target="../media/image3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743" y="635790"/>
            <a:ext cx="3781425" cy="495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75" y="1169190"/>
            <a:ext cx="2114550" cy="400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75" y="1657417"/>
            <a:ext cx="10334625" cy="1304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575" y="3050519"/>
            <a:ext cx="2514600" cy="381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33" y="3519696"/>
            <a:ext cx="10410825" cy="13620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033" y="4969948"/>
            <a:ext cx="3657600" cy="381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524" y="5439125"/>
            <a:ext cx="103727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11" y="562508"/>
            <a:ext cx="2257425" cy="400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736" y="531943"/>
            <a:ext cx="7686675" cy="4857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028" y="1143852"/>
            <a:ext cx="2381250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028" y="1700993"/>
            <a:ext cx="2390775" cy="409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311" y="2286709"/>
            <a:ext cx="5857875" cy="381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11" y="2793843"/>
            <a:ext cx="10334625" cy="885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11" y="3731735"/>
            <a:ext cx="2009775" cy="419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311" y="4202902"/>
            <a:ext cx="8982075" cy="438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1" y="4693119"/>
            <a:ext cx="1638300" cy="361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311" y="5164286"/>
            <a:ext cx="102774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3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65" y="263786"/>
            <a:ext cx="11734742" cy="1319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65" y="2132255"/>
            <a:ext cx="11438105" cy="1335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65" y="4054427"/>
            <a:ext cx="11438105" cy="1459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10" y="5445709"/>
            <a:ext cx="7531077" cy="307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388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76" y="325980"/>
            <a:ext cx="2962275" cy="390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057" y="710533"/>
            <a:ext cx="3362325" cy="361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383" y="697597"/>
            <a:ext cx="3152775" cy="409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058" y="1164322"/>
            <a:ext cx="3438525" cy="390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7583" y="1107172"/>
            <a:ext cx="3514725" cy="447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801" y="1519089"/>
            <a:ext cx="2800350" cy="342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3025" y="1861989"/>
            <a:ext cx="9544050" cy="800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4925" y="2662089"/>
            <a:ext cx="9582150" cy="838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4617274"/>
            <a:ext cx="1123950" cy="390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3025" y="5007799"/>
            <a:ext cx="9563100" cy="8286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01" y="5836474"/>
            <a:ext cx="1152525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7350" y="6217474"/>
            <a:ext cx="7124700" cy="390525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76" y="3676638"/>
            <a:ext cx="1049655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408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54" y="373109"/>
            <a:ext cx="5838825" cy="352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754" y="835641"/>
            <a:ext cx="9105900" cy="1638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754" y="2584048"/>
            <a:ext cx="7753350" cy="514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891" y="3208505"/>
            <a:ext cx="9191625" cy="790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890" y="4109187"/>
            <a:ext cx="9191625" cy="828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5754" y="5047969"/>
            <a:ext cx="91821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6" y="633057"/>
            <a:ext cx="9163050" cy="2152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46" y="2785707"/>
            <a:ext cx="9220200" cy="16859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646" y="4604982"/>
            <a:ext cx="4191000" cy="3333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0637" y="5071707"/>
            <a:ext cx="2000250" cy="3619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0637" y="5567007"/>
            <a:ext cx="2124075" cy="381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0637" y="6062307"/>
            <a:ext cx="4143375" cy="342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399" y="5125871"/>
            <a:ext cx="4791075" cy="3238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399" y="5623730"/>
            <a:ext cx="189547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9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11" y="468643"/>
            <a:ext cx="628650" cy="352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61" y="468643"/>
            <a:ext cx="9572625" cy="12096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11" y="1829937"/>
            <a:ext cx="1028700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5661" y="2286356"/>
            <a:ext cx="9572625" cy="1181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5661" y="3619075"/>
            <a:ext cx="9686925" cy="1533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311" y="5304219"/>
            <a:ext cx="1057275" cy="381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1794" y="5228019"/>
            <a:ext cx="895350" cy="533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2060" y="5189919"/>
            <a:ext cx="6219825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1885" y="5178904"/>
            <a:ext cx="790575" cy="533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1794" y="5878706"/>
            <a:ext cx="904875" cy="5524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060" y="5836838"/>
            <a:ext cx="4791075" cy="5905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4432" y="5836838"/>
            <a:ext cx="90487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3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96" y="581878"/>
            <a:ext cx="9572625" cy="781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096" y="1550940"/>
            <a:ext cx="2524125" cy="371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121" y="2110427"/>
            <a:ext cx="2362200" cy="428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8121" y="2669914"/>
            <a:ext cx="1838325" cy="409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6446" y="2660389"/>
            <a:ext cx="2486025" cy="419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471" y="2660389"/>
            <a:ext cx="1000125" cy="400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9160" y="3210351"/>
            <a:ext cx="1819275" cy="390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6446" y="3172251"/>
            <a:ext cx="2762250" cy="4286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799" y="3153201"/>
            <a:ext cx="990600" cy="4381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5096" y="3638976"/>
            <a:ext cx="2628900" cy="4000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9160" y="4175290"/>
            <a:ext cx="2638425" cy="3333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98121" y="4644929"/>
            <a:ext cx="1304925" cy="361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3046" y="4616354"/>
            <a:ext cx="685800" cy="3905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33447" y="5138950"/>
            <a:ext cx="1304925" cy="4667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6002" y="5186575"/>
            <a:ext cx="1600200" cy="4191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8878" y="5167525"/>
            <a:ext cx="98107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8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069" y="379437"/>
            <a:ext cx="7896225" cy="4133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107" y="4854339"/>
            <a:ext cx="1114425" cy="342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107" y="5401814"/>
            <a:ext cx="96202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2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12" y="292432"/>
            <a:ext cx="8058150" cy="4362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71" y="4982428"/>
            <a:ext cx="1114425" cy="342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790" y="5532747"/>
            <a:ext cx="955357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3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17" y="302497"/>
            <a:ext cx="9335068" cy="625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3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20" y="302737"/>
            <a:ext cx="1628775" cy="400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460" y="998702"/>
            <a:ext cx="9582150" cy="8096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360" y="1959733"/>
            <a:ext cx="9658350" cy="151447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920" y="3931695"/>
            <a:ext cx="2571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309" y="4372474"/>
            <a:ext cx="87153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659" y="5332579"/>
            <a:ext cx="85820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39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93" y="734667"/>
            <a:ext cx="3086100" cy="390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93" y="1278178"/>
            <a:ext cx="9496425" cy="76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25" y="2193165"/>
            <a:ext cx="5257800" cy="39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425" y="2681321"/>
            <a:ext cx="4191000" cy="352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8425" y="3131377"/>
            <a:ext cx="4981575" cy="371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293" y="3600483"/>
            <a:ext cx="971550" cy="304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8425" y="4088639"/>
            <a:ext cx="8782050" cy="752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7200" y="4933982"/>
            <a:ext cx="7448550" cy="476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7200" y="5503100"/>
            <a:ext cx="723900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9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62" y="545128"/>
            <a:ext cx="4895850" cy="390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167" y="1137384"/>
            <a:ext cx="3790950" cy="352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233" y="1691540"/>
            <a:ext cx="6534150" cy="742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332" y="2732965"/>
            <a:ext cx="1638300" cy="381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167" y="4879002"/>
            <a:ext cx="762000" cy="390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7830" y="4894072"/>
            <a:ext cx="6553200" cy="447675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332" y="3219095"/>
            <a:ext cx="22288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332" y="3915273"/>
            <a:ext cx="24193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10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45" y="587991"/>
            <a:ext cx="1028700" cy="304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45" y="1067723"/>
            <a:ext cx="9648825" cy="1228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995" y="2471380"/>
            <a:ext cx="9629775" cy="1085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995" y="3732162"/>
            <a:ext cx="1238250" cy="295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995" y="4202369"/>
            <a:ext cx="96488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9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275" y="950331"/>
            <a:ext cx="6048375" cy="742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957" y="2033302"/>
            <a:ext cx="7496175" cy="771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35" y="2033301"/>
            <a:ext cx="952500" cy="771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94" y="3002933"/>
            <a:ext cx="2905125" cy="352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4956" y="3777301"/>
            <a:ext cx="1581150" cy="390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0006" y="4227819"/>
            <a:ext cx="2447925" cy="723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8512" y="4225046"/>
            <a:ext cx="2124075" cy="76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3168" y="4339346"/>
            <a:ext cx="838200" cy="647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7262" y="4967998"/>
            <a:ext cx="2381250" cy="8572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8393" y="4932243"/>
            <a:ext cx="2133600" cy="8096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7360" y="5110872"/>
            <a:ext cx="962025" cy="619125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156" y="4339346"/>
            <a:ext cx="22288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957" y="5233986"/>
            <a:ext cx="24193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160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36" y="702812"/>
            <a:ext cx="8231520" cy="47479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24" y="5559898"/>
            <a:ext cx="1800225" cy="323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136" y="6060883"/>
            <a:ext cx="948690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8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74" y="600643"/>
            <a:ext cx="1047750" cy="314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774" y="966148"/>
            <a:ext cx="9620250" cy="1295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774" y="2312728"/>
            <a:ext cx="1095375" cy="400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2985" y="2763958"/>
            <a:ext cx="5619750" cy="371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7973" y="3215188"/>
            <a:ext cx="9667875" cy="1952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896" y="5449365"/>
            <a:ext cx="64865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5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389" y="641231"/>
            <a:ext cx="4972050" cy="771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519" y="698381"/>
            <a:ext cx="1009650" cy="714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008" y="1718836"/>
            <a:ext cx="3009900" cy="39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0839" y="2415441"/>
            <a:ext cx="1581150" cy="342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269" y="2989501"/>
            <a:ext cx="2476500" cy="771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0024" y="3018076"/>
            <a:ext cx="2162175" cy="742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7454" y="3046650"/>
            <a:ext cx="923925" cy="6572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135" y="3884605"/>
            <a:ext cx="2343150" cy="7143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4285" y="3883702"/>
            <a:ext cx="2114550" cy="7143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0109" y="4098513"/>
            <a:ext cx="952500" cy="409575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285" y="3122851"/>
            <a:ext cx="22288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785" y="4054065"/>
            <a:ext cx="24193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58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630" y="267201"/>
            <a:ext cx="7904218" cy="51100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797" y="5609727"/>
            <a:ext cx="1800225" cy="333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529" y="5951773"/>
            <a:ext cx="85248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4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86" y="491177"/>
            <a:ext cx="10572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47" y="491177"/>
            <a:ext cx="85058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22" y="2483821"/>
            <a:ext cx="11525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47" y="2493844"/>
            <a:ext cx="94392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821" y="3322519"/>
            <a:ext cx="95916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484" y="5413257"/>
            <a:ext cx="71247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834" y="1641357"/>
            <a:ext cx="2286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557" y="1545396"/>
            <a:ext cx="22955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347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45" y="549251"/>
            <a:ext cx="10382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731" y="568300"/>
            <a:ext cx="86487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731" y="1132906"/>
            <a:ext cx="69151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26384"/>
            <a:ext cx="88392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143" y="2657475"/>
            <a:ext cx="64103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536" y="3565478"/>
            <a:ext cx="61722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396356"/>
            <a:ext cx="963930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90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919" y="586712"/>
            <a:ext cx="83820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999" y="1127860"/>
            <a:ext cx="18573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463" y="1711799"/>
            <a:ext cx="25050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538" y="1721324"/>
            <a:ext cx="10668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999" y="2667000"/>
            <a:ext cx="25241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2761255"/>
            <a:ext cx="1019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463" y="1837472"/>
            <a:ext cx="2286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0" y="2781300"/>
            <a:ext cx="22955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841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351075"/>
            <a:ext cx="939165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85" y="5191270"/>
            <a:ext cx="2333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497" y="5534170"/>
            <a:ext cx="94678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8498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52" y="400405"/>
            <a:ext cx="11525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362" y="395642"/>
            <a:ext cx="64293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114" y="926698"/>
            <a:ext cx="957262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56" y="2988860"/>
            <a:ext cx="1181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544" y="2988860"/>
            <a:ext cx="69818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998" y="3828624"/>
            <a:ext cx="7239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998" y="4593681"/>
            <a:ext cx="63817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24" y="5618543"/>
            <a:ext cx="46386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132" y="5694742"/>
            <a:ext cx="11334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79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936" y="554654"/>
            <a:ext cx="66960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936" y="1217209"/>
            <a:ext cx="961072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936" y="2849184"/>
            <a:ext cx="29908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098" y="3429000"/>
            <a:ext cx="18097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391" y="3990904"/>
            <a:ext cx="24574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258" y="4136053"/>
            <a:ext cx="952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291" y="4972334"/>
            <a:ext cx="25336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258" y="4921155"/>
            <a:ext cx="12763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188" y="5852829"/>
            <a:ext cx="51625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291" y="4097952"/>
            <a:ext cx="2286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866" y="5029484"/>
            <a:ext cx="22955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923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87" y="285324"/>
            <a:ext cx="926782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899" y="5224036"/>
            <a:ext cx="17145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859" y="5666522"/>
            <a:ext cx="8343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66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7" y="828390"/>
            <a:ext cx="953452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2180940"/>
            <a:ext cx="953452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262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673" y="556573"/>
            <a:ext cx="11239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623" y="556573"/>
            <a:ext cx="93726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73" y="1679812"/>
            <a:ext cx="1200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459" y="1598849"/>
            <a:ext cx="94107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492" y="2560235"/>
            <a:ext cx="1552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338" y="2886217"/>
            <a:ext cx="24098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163" y="3024329"/>
            <a:ext cx="11334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535" y="3603790"/>
            <a:ext cx="23907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8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163" y="3738704"/>
            <a:ext cx="1133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488" y="2965615"/>
            <a:ext cx="22288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185" y="3737210"/>
            <a:ext cx="24193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821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103" y="399766"/>
            <a:ext cx="13144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11" y="958685"/>
            <a:ext cx="5010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3" y="1532530"/>
            <a:ext cx="38957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073" y="2161536"/>
            <a:ext cx="64293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998" y="5212663"/>
            <a:ext cx="10382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223" y="5226950"/>
            <a:ext cx="94392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448" y="3652838"/>
            <a:ext cx="27051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065" y="4329682"/>
            <a:ext cx="26574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725073" y="3059668"/>
                <a:ext cx="18962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Central line   =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/>
                          </a:rPr>
                        </m:ctrlPr>
                      </m:accPr>
                      <m:e>
                        <m:r>
                          <a:rPr lang="en-IN" i="1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073" y="3059668"/>
                <a:ext cx="1896225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2572" t="-8197" r="-118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274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17" y="414693"/>
            <a:ext cx="10763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742" y="414693"/>
            <a:ext cx="94869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067" y="1339400"/>
            <a:ext cx="95535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766" y="2834399"/>
            <a:ext cx="65151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268" y="3681910"/>
            <a:ext cx="51720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429" y="3681910"/>
            <a:ext cx="8382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321" y="3867647"/>
            <a:ext cx="90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318" y="4527645"/>
            <a:ext cx="41719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268" y="5017472"/>
            <a:ext cx="8953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955" y="5026997"/>
            <a:ext cx="16573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642" y="4945466"/>
            <a:ext cx="6477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9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429" y="5725234"/>
            <a:ext cx="1285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0" name="Picture 1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304" y="5696659"/>
            <a:ext cx="9239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542" y="5715708"/>
            <a:ext cx="27051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299082" y="5745163"/>
                <a:ext cx="2591543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=14+3</m:t>
                      </m:r>
                      <m:rad>
                        <m:radPr>
                          <m:degHide m:val="on"/>
                          <m:ctrlPr>
                            <a:rPr lang="en-IN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/>
                            </a:rPr>
                            <m:t>14</m:t>
                          </m:r>
                          <m:d>
                            <m:dPr>
                              <m:ctrlPr>
                                <a:rPr lang="en-IN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1−0.04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082" y="5745163"/>
                <a:ext cx="2591543" cy="427746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09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796" y="527641"/>
            <a:ext cx="13335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370" y="580028"/>
            <a:ext cx="9620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801" y="1100379"/>
            <a:ext cx="9209680" cy="422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801" y="5240962"/>
            <a:ext cx="16573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562" y="5583862"/>
            <a:ext cx="94107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196" y="530415"/>
            <a:ext cx="26574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255369" y="585670"/>
                <a:ext cx="2591543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=14−3</m:t>
                      </m:r>
                      <m:rad>
                        <m:radPr>
                          <m:degHide m:val="on"/>
                          <m:ctrlPr>
                            <a:rPr lang="en-IN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/>
                            </a:rPr>
                            <m:t>14</m:t>
                          </m:r>
                          <m:d>
                            <m:dPr>
                              <m:ctrlPr>
                                <a:rPr lang="en-IN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1−0.04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369" y="585670"/>
                <a:ext cx="2591543" cy="42774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61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452" y="311481"/>
            <a:ext cx="1028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02" y="4218086"/>
            <a:ext cx="47815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463" y="4804299"/>
            <a:ext cx="5372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352" y="5429821"/>
            <a:ext cx="54864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02" y="904594"/>
            <a:ext cx="50863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090" y="1427687"/>
            <a:ext cx="947737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090" y="2532942"/>
            <a:ext cx="6467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458" y="3259401"/>
            <a:ext cx="950595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347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333" y="808560"/>
            <a:ext cx="1905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333" y="1358592"/>
            <a:ext cx="19621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323" y="2099836"/>
            <a:ext cx="9496425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323" y="3655539"/>
            <a:ext cx="42386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2" y="4181759"/>
            <a:ext cx="932497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961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75" y="474047"/>
            <a:ext cx="10668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275" y="474047"/>
            <a:ext cx="9010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75" y="1203420"/>
            <a:ext cx="9906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417" y="1203420"/>
            <a:ext cx="1209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417" y="1768026"/>
            <a:ext cx="19145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616" y="1768026"/>
            <a:ext cx="2257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417" y="2340591"/>
            <a:ext cx="179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419" y="2331066"/>
            <a:ext cx="27241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84" y="3062216"/>
            <a:ext cx="9906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1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402" y="3062216"/>
            <a:ext cx="943927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2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87" y="4940988"/>
            <a:ext cx="10191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3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391" y="4940987"/>
            <a:ext cx="5124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4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159" y="5436073"/>
            <a:ext cx="9429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5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134" y="5412189"/>
            <a:ext cx="1524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6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134" y="5412189"/>
            <a:ext cx="173355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636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080" y="282617"/>
            <a:ext cx="19240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130" y="301667"/>
            <a:ext cx="23907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855" y="1078950"/>
            <a:ext cx="1819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274" y="1078949"/>
            <a:ext cx="272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777" y="1145625"/>
            <a:ext cx="478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874" y="1733489"/>
            <a:ext cx="5857449" cy="3954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080" y="5278053"/>
            <a:ext cx="17907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353" y="5833779"/>
            <a:ext cx="95345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695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277" y="670517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708" y="670517"/>
            <a:ext cx="85534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652" y="2330782"/>
            <a:ext cx="9620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708" y="2330782"/>
            <a:ext cx="47053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677" y="2924459"/>
            <a:ext cx="87439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064" y="4449953"/>
            <a:ext cx="83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264" y="4440427"/>
            <a:ext cx="18954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860" y="4440427"/>
            <a:ext cx="5810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4530914"/>
            <a:ext cx="13239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826" y="5220909"/>
            <a:ext cx="17811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50" y="5278912"/>
            <a:ext cx="41719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064" y="5841100"/>
            <a:ext cx="16764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908" y="5760137"/>
            <a:ext cx="3924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43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696" y="313615"/>
            <a:ext cx="8372475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38" y="5410414"/>
            <a:ext cx="15430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634" y="5410414"/>
            <a:ext cx="86106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706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62" y="196116"/>
            <a:ext cx="10986386" cy="1782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62" y="2238589"/>
            <a:ext cx="11562279" cy="3275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75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707"/>
            <a:ext cx="1589346" cy="624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73" y="2897092"/>
            <a:ext cx="10960316" cy="1729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73" y="547119"/>
            <a:ext cx="10994419" cy="1868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662" y="4740963"/>
            <a:ext cx="229552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451" y="4740963"/>
            <a:ext cx="250507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724" y="5742083"/>
            <a:ext cx="410527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451" y="6406700"/>
            <a:ext cx="3838575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454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662" y="47193"/>
            <a:ext cx="229552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451" y="47193"/>
            <a:ext cx="250507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724" y="1048313"/>
            <a:ext cx="410527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451" y="1712930"/>
            <a:ext cx="3838575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41" y="2134951"/>
            <a:ext cx="314325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851" y="2611982"/>
            <a:ext cx="15240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401" y="3090437"/>
            <a:ext cx="33909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438" y="4185812"/>
            <a:ext cx="355282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49" y="5706115"/>
            <a:ext cx="1055370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454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141018" y="1531267"/>
            <a:ext cx="1609725" cy="43815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IN" sz="1200" b="1">
                <a:solidFill>
                  <a:srgbClr val="00B0F0"/>
                </a:solidFill>
                <a:effectLst/>
                <a:ea typeface="Calibri"/>
                <a:cs typeface="Times New Roman"/>
              </a:rPr>
              <a:t>Process Control</a:t>
            </a:r>
            <a:endParaRPr lang="en-IN" sz="1100">
              <a:effectLst/>
              <a:ea typeface="Calibri"/>
              <a:cs typeface="Times New Roman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945880" y="1969417"/>
            <a:ext cx="0" cy="4095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141018" y="2383115"/>
            <a:ext cx="1609725" cy="43815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IN" sz="1200" b="1">
                <a:solidFill>
                  <a:srgbClr val="00B0F0"/>
                </a:solidFill>
                <a:effectLst/>
                <a:ea typeface="Calibri"/>
                <a:cs typeface="Times New Roman"/>
              </a:rPr>
              <a:t>Control Charts</a:t>
            </a:r>
            <a:endParaRPr lang="en-IN" sz="1100">
              <a:effectLst/>
              <a:ea typeface="Calibri"/>
              <a:cs typeface="Times New Roman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4488555" y="2848561"/>
            <a:ext cx="1457325" cy="3714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945880" y="2865052"/>
            <a:ext cx="1657350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97340" y="3259700"/>
            <a:ext cx="1609725" cy="43815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IN" sz="1200" b="1">
                <a:solidFill>
                  <a:srgbClr val="00B0F0"/>
                </a:solidFill>
                <a:effectLst/>
                <a:ea typeface="Calibri"/>
                <a:cs typeface="Times New Roman"/>
              </a:rPr>
              <a:t>Variables</a:t>
            </a:r>
            <a:endParaRPr lang="en-IN" sz="1100">
              <a:effectLst/>
              <a:ea typeface="Calibri"/>
              <a:cs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98367" y="3304767"/>
            <a:ext cx="1609725" cy="43815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IN" sz="1200" b="1">
                <a:solidFill>
                  <a:srgbClr val="00B0F0"/>
                </a:solidFill>
                <a:effectLst/>
                <a:ea typeface="Calibri"/>
                <a:cs typeface="Times New Roman"/>
              </a:rPr>
              <a:t>Attributes</a:t>
            </a:r>
            <a:endParaRPr lang="en-IN" sz="1100">
              <a:effectLst/>
              <a:ea typeface="Calibri"/>
              <a:cs typeface="Times New Roman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806877" y="3742917"/>
            <a:ext cx="695325" cy="5619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512367" y="3729268"/>
            <a:ext cx="704850" cy="5619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3135364" y="4309014"/>
                <a:ext cx="1019175" cy="438150"/>
              </a:xfrm>
              <a:prstGeom prst="round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1100" b="1" i="1">
                              <a:solidFill>
                                <a:srgbClr val="00B0F0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</m:ctrlPr>
                        </m:accPr>
                        <m:e>
                          <m:r>
                            <a:rPr lang="en-IN" sz="1100" b="1" i="1">
                              <a:solidFill>
                                <a:srgbClr val="00B0F0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𝑿</m:t>
                          </m:r>
                        </m:e>
                      </m:acc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Times New Roman"/>
                          <a:cs typeface="Latha"/>
                        </a:rPr>
                        <m:t> </m:t>
                      </m:r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Times New Roman"/>
                          <a:cs typeface="Latha"/>
                        </a:rPr>
                        <m:t>𝒄𝒉𝒂𝒓𝒕</m:t>
                      </m:r>
                    </m:oMath>
                  </m:oMathPara>
                </a14:m>
                <a:endParaRPr lang="en-IN" sz="1100">
                  <a:effectLst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364" y="4309014"/>
                <a:ext cx="1019175" cy="438150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4869270" y="4299489"/>
                <a:ext cx="1019175" cy="438150"/>
              </a:xfrm>
              <a:prstGeom prst="round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Times New Roman"/>
                          <a:cs typeface="Latha"/>
                        </a:rPr>
                        <m:t>𝑹</m:t>
                      </m:r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Times New Roman"/>
                          <a:cs typeface="Latha"/>
                        </a:rPr>
                        <m:t> </m:t>
                      </m:r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Times New Roman"/>
                          <a:cs typeface="Latha"/>
                        </a:rPr>
                        <m:t>𝒄𝒉𝒂𝒓𝒕</m:t>
                      </m:r>
                    </m:oMath>
                  </m:oMathPara>
                </a14:m>
                <a:endParaRPr lang="en-IN" sz="1100">
                  <a:effectLst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270" y="4299489"/>
                <a:ext cx="1019175" cy="438150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>
            <a:off x="6603104" y="3777746"/>
            <a:ext cx="1000125" cy="5619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603230" y="3777746"/>
            <a:ext cx="0" cy="59055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03230" y="3780162"/>
            <a:ext cx="923925" cy="59055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/>
              <p:cNvSpPr/>
              <p:nvPr/>
            </p:nvSpPr>
            <p:spPr>
              <a:xfrm>
                <a:off x="6093516" y="4366591"/>
                <a:ext cx="1019175" cy="438150"/>
              </a:xfrm>
              <a:prstGeom prst="round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𝒑</m:t>
                      </m:r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− </m:t>
                      </m:r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Times New Roman"/>
                          <a:cs typeface="Latha"/>
                        </a:rPr>
                        <m:t>𝒄𝒉𝒂𝒓𝒕</m:t>
                      </m:r>
                    </m:oMath>
                  </m:oMathPara>
                </a14:m>
                <a:endParaRPr lang="en-IN" sz="1100">
                  <a:effectLst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516" y="4366591"/>
                <a:ext cx="1019175" cy="43815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/>
              <p:cNvSpPr/>
              <p:nvPr/>
            </p:nvSpPr>
            <p:spPr>
              <a:xfrm>
                <a:off x="7193937" y="4366591"/>
                <a:ext cx="1019175" cy="438150"/>
              </a:xfrm>
              <a:prstGeom prst="round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𝒏𝒑</m:t>
                      </m:r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− </m:t>
                      </m:r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Times New Roman"/>
                          <a:cs typeface="Latha"/>
                        </a:rPr>
                        <m:t>𝒄𝒉𝒂𝒓𝒕</m:t>
                      </m:r>
                    </m:oMath>
                  </m:oMathPara>
                </a14:m>
                <a:endParaRPr lang="en-IN" sz="1100">
                  <a:effectLst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9" name="Rounded 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937" y="4366591"/>
                <a:ext cx="1019175" cy="438150"/>
              </a:xfrm>
              <a:prstGeom prst="round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/>
              <p:cNvSpPr/>
              <p:nvPr/>
            </p:nvSpPr>
            <p:spPr>
              <a:xfrm>
                <a:off x="8353500" y="4380665"/>
                <a:ext cx="1019175" cy="438150"/>
              </a:xfrm>
              <a:prstGeom prst="round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𝒄</m:t>
                      </m:r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− </m:t>
                      </m:r>
                      <m:r>
                        <a:rPr lang="en-IN" sz="1100" b="1" i="1">
                          <a:solidFill>
                            <a:srgbClr val="00B0F0"/>
                          </a:solidFill>
                          <a:effectLst/>
                          <a:latin typeface="Cambria Math"/>
                          <a:ea typeface="Times New Roman"/>
                          <a:cs typeface="Latha"/>
                        </a:rPr>
                        <m:t>𝒄𝒉𝒂𝒓𝒕</m:t>
                      </m:r>
                    </m:oMath>
                  </m:oMathPara>
                </a14:m>
                <a:endParaRPr lang="en-IN" sz="1100">
                  <a:effectLst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20" name="Rounded 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500" y="4380665"/>
                <a:ext cx="1019175" cy="438150"/>
              </a:xfrm>
              <a:prstGeom prst="round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00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9" grpId="0" animBg="1"/>
      <p:bldP spid="12" grpId="0" animBg="1"/>
      <p:bldP spid="13" grpId="0" animBg="1"/>
      <p:bldP spid="17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5" y="1002188"/>
            <a:ext cx="10128583" cy="402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754" y="1534448"/>
            <a:ext cx="1205718" cy="485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166" y="1638580"/>
            <a:ext cx="1162547" cy="275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456" y="1377285"/>
            <a:ext cx="1041358" cy="53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9" y="1567429"/>
            <a:ext cx="1131093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797" y="1497053"/>
            <a:ext cx="1198552" cy="59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694" y="1598384"/>
            <a:ext cx="1165920" cy="49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433" y="1638580"/>
            <a:ext cx="1023861" cy="275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754" y="2576553"/>
            <a:ext cx="1205718" cy="87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451" y="2897980"/>
            <a:ext cx="712137" cy="289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803" y="2576553"/>
            <a:ext cx="1326107" cy="9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118" y="2802730"/>
            <a:ext cx="537261" cy="424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547" y="2764630"/>
            <a:ext cx="989801" cy="506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634" y="2783681"/>
            <a:ext cx="1040040" cy="487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51" y="2755152"/>
            <a:ext cx="1193823" cy="57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494" y="3671249"/>
            <a:ext cx="1273978" cy="95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450" y="4037249"/>
            <a:ext cx="712137" cy="32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014" y="3821374"/>
            <a:ext cx="1288081" cy="74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995" y="4037249"/>
            <a:ext cx="669862" cy="456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548" y="4076558"/>
            <a:ext cx="781050" cy="438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891" y="4056797"/>
            <a:ext cx="905783" cy="50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7" name="Picture 23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23" y="3993605"/>
            <a:ext cx="1203598" cy="608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487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" y="796902"/>
            <a:ext cx="11458575" cy="4866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29" y="1285590"/>
            <a:ext cx="1009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567" y="1344588"/>
            <a:ext cx="13716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553" y="1285590"/>
            <a:ext cx="9620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263" y="1285590"/>
            <a:ext cx="11334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088" y="1237326"/>
            <a:ext cx="12954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008" y="1228439"/>
            <a:ext cx="1333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5186" y="1285590"/>
            <a:ext cx="10096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29" y="2128838"/>
            <a:ext cx="11239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226" y="2405062"/>
            <a:ext cx="7048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152" y="2285999"/>
            <a:ext cx="126682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536" y="2524693"/>
            <a:ext cx="6096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213" y="2515168"/>
            <a:ext cx="8191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340" y="2446218"/>
            <a:ext cx="7524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5186" y="2157980"/>
            <a:ext cx="126682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86" y="3429000"/>
            <a:ext cx="12287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226" y="3580050"/>
            <a:ext cx="7810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727" y="3457574"/>
            <a:ext cx="123825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987" y="3597110"/>
            <a:ext cx="5619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9" name="Picture 21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836" y="3457574"/>
            <a:ext cx="14287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0" name="Picture 22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589" y="3481315"/>
            <a:ext cx="13239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1" name="Picture 23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8493" y="3419474"/>
            <a:ext cx="11334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2" name="Picture 24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86" y="4551458"/>
            <a:ext cx="13335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3" name="Picture 25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27" y="4818157"/>
            <a:ext cx="8572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4" name="Picture 26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852" y="4511651"/>
            <a:ext cx="15240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5" name="Picture 27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4789582"/>
            <a:ext cx="6953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6" name="Picture 28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142" y="4803797"/>
            <a:ext cx="15144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7" name="Picture 29"/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725" y="4791997"/>
            <a:ext cx="15049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8" name="Picture 30"/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932" y="4583090"/>
            <a:ext cx="14763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443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48</Words>
  <Application>Microsoft Office PowerPoint</Application>
  <PresentationFormat>Custom</PresentationFormat>
  <Paragraphs>12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WIN10</dc:creator>
  <cp:lastModifiedBy>GOD</cp:lastModifiedBy>
  <cp:revision>57</cp:revision>
  <dcterms:created xsi:type="dcterms:W3CDTF">2020-09-07T13:59:11Z</dcterms:created>
  <dcterms:modified xsi:type="dcterms:W3CDTF">2021-03-04T10:14:39Z</dcterms:modified>
</cp:coreProperties>
</file>